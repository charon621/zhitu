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6400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PPTX_ANCHOR：这是幻灯片上的文字。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